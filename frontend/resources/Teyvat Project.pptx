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4"/>
        <p:guide pos="386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7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21385"/>
            <a:ext cx="9799320" cy="1419860"/>
          </a:xfrm>
        </p:spPr>
        <p:txBody>
          <a:bodyPr>
            <a:normAutofit fontScale="90000"/>
          </a:bodyPr>
          <a:p>
            <a:r>
              <a:rPr lang="en-US" altLang="zh-CN" sz="8800"/>
              <a:t>Teyvat Project</a:t>
            </a:r>
            <a:endParaRPr lang="en-US" altLang="zh-CN" sz="88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08020" y="2788875"/>
            <a:ext cx="9799200" cy="1472400"/>
          </a:xfrm>
        </p:spPr>
        <p:txBody>
          <a:bodyPr/>
          <a:p>
            <a:r>
              <a:rPr lang="en-US" altLang="zh-CN" sz="3600"/>
              <a:t>Teyvat Personal - Green Shade Projects</a:t>
            </a:r>
            <a:endParaRPr lang="en-US" altLang="zh-CN" sz="3600"/>
          </a:p>
        </p:txBody>
      </p:sp>
      <p:pic>
        <p:nvPicPr>
          <p:cNvPr id="7" name="图片 6" descr="fav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7970" y="3814445"/>
            <a:ext cx="1501140" cy="16148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53720" y="1205230"/>
            <a:ext cx="11172190" cy="4276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en-US" altLang="zh-CN" sz="8800">
                <a:latin typeface="Arial Black" panose="020B0A04020102020204" charset="0"/>
                <a:cs typeface="Arial Black" panose="020B0A04020102020204" charset="0"/>
                <a:sym typeface="+mn-ea"/>
              </a:rPr>
              <a:t>Green Shade</a:t>
            </a:r>
            <a:endParaRPr lang="en-US" altLang="zh-CN" sz="8000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sz="8800">
                <a:latin typeface="Arial Black" panose="020B0A04020102020204" charset="0"/>
                <a:cs typeface="Arial Black" panose="020B0A04020102020204" charset="0"/>
                <a:sym typeface="+mn-ea"/>
              </a:rPr>
              <a:t>Collaborates</a:t>
            </a:r>
            <a:endParaRPr lang="en-US" altLang="zh-CN" sz="9600">
              <a:sym typeface="+mn-ea"/>
            </a:endParaRPr>
          </a:p>
          <a:p>
            <a:pPr algn="ctr"/>
            <a:endParaRPr lang="en-US" altLang="zh-CN" sz="9600">
              <a:sym typeface="+mn-ea"/>
            </a:endParaRPr>
          </a:p>
        </p:txBody>
      </p:sp>
      <p:pic>
        <p:nvPicPr>
          <p:cNvPr id="5" name="图片 4" descr="GS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3735" y="4148455"/>
            <a:ext cx="2457450" cy="1540510"/>
          </a:xfrm>
          <a:prstGeom prst="rect">
            <a:avLst/>
          </a:prstGeom>
        </p:spPr>
      </p:pic>
      <p:pic>
        <p:nvPicPr>
          <p:cNvPr id="7" name="图片 6" descr="fav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7580" y="4148455"/>
            <a:ext cx="1501140" cy="1614805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6109970" y="4127500"/>
            <a:ext cx="0" cy="1813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commondata" val="eyJoZGlkIjoiZTU0Zjk0YTkyNmI2NWY2YTg0ODFkZGE4NGIwYWQ3OT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WPS 演示</Application>
  <PresentationFormat>宽屏</PresentationFormat>
  <Paragraphs>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华文楷体</vt:lpstr>
      <vt:lpstr>微软雅黑 Light</vt:lpstr>
      <vt:lpstr>方正舒体</vt:lpstr>
      <vt:lpstr>Malgun Gothic</vt:lpstr>
      <vt:lpstr>Microsoft YaHei UI</vt:lpstr>
      <vt:lpstr>PMingLiU-ExtB</vt:lpstr>
      <vt:lpstr>等线 Light</vt:lpstr>
      <vt:lpstr>SimSun-ExtB</vt:lpstr>
      <vt:lpstr>Arial Black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格式审核</cp:lastModifiedBy>
  <cp:revision>157</cp:revision>
  <dcterms:created xsi:type="dcterms:W3CDTF">2019-06-19T02:08:00Z</dcterms:created>
  <dcterms:modified xsi:type="dcterms:W3CDTF">2024-07-23T12:34:06Z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2052-12.1.0.17147</vt:lpwstr>
  </property>
  <property fmtid="{D5CDD505-2E9C-101B-9397-08002B2CF9AE}" pid="3" name="ICV">
    <vt:lpwstr>818D5B02779D4342A8B8F1829F4F4E25_11</vt:lpwstr>
  </property>
</Properties>
</file>